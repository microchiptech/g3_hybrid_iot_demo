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984" r:id="rId2"/>
    <p:sldId id="1982" r:id="rId3"/>
    <p:sldId id="1983" r:id="rId4"/>
    <p:sldId id="1985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AC21FD-5C69-4C3B-AC0F-75D06F2805AB}" v="78" dt="2025-08-04T13:41:48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us Bosler - M43561" userId="b4a7048e-8ac1-4256-8f53-418a23da4948" providerId="ADAL" clId="{ACAC21FD-5C69-4C3B-AC0F-75D06F2805AB}"/>
    <pc:docChg chg="undo custSel addSld delSld modSld sldOrd">
      <pc:chgData name="Markus Bosler - M43561" userId="b4a7048e-8ac1-4256-8f53-418a23da4948" providerId="ADAL" clId="{ACAC21FD-5C69-4C3B-AC0F-75D06F2805AB}" dt="2025-08-04T13:45:32.951" v="1220" actId="20577"/>
      <pc:docMkLst>
        <pc:docMk/>
      </pc:docMkLst>
      <pc:sldChg chg="del">
        <pc:chgData name="Markus Bosler - M43561" userId="b4a7048e-8ac1-4256-8f53-418a23da4948" providerId="ADAL" clId="{ACAC21FD-5C69-4C3B-AC0F-75D06F2805AB}" dt="2025-08-04T12:43:37.199" v="305" actId="47"/>
        <pc:sldMkLst>
          <pc:docMk/>
          <pc:sldMk cId="2762558696" sldId="1981"/>
        </pc:sldMkLst>
      </pc:sldChg>
      <pc:sldChg chg="addSp delSp modSp new mod">
        <pc:chgData name="Markus Bosler - M43561" userId="b4a7048e-8ac1-4256-8f53-418a23da4948" providerId="ADAL" clId="{ACAC21FD-5C69-4C3B-AC0F-75D06F2805AB}" dt="2025-08-04T12:53:58.921" v="530" actId="1076"/>
        <pc:sldMkLst>
          <pc:docMk/>
          <pc:sldMk cId="3443997082" sldId="1982"/>
        </pc:sldMkLst>
        <pc:spChg chg="add mod">
          <ac:chgData name="Markus Bosler - M43561" userId="b4a7048e-8ac1-4256-8f53-418a23da4948" providerId="ADAL" clId="{ACAC21FD-5C69-4C3B-AC0F-75D06F2805AB}" dt="2025-08-04T12:53:58.921" v="530" actId="1076"/>
          <ac:spMkLst>
            <pc:docMk/>
            <pc:sldMk cId="3443997082" sldId="1982"/>
            <ac:spMk id="3" creationId="{B5836493-47D9-EA20-F665-ADA4EDAD1C90}"/>
          </ac:spMkLst>
        </pc:spChg>
        <pc:spChg chg="add mod">
          <ac:chgData name="Markus Bosler - M43561" userId="b4a7048e-8ac1-4256-8f53-418a23da4948" providerId="ADAL" clId="{ACAC21FD-5C69-4C3B-AC0F-75D06F2805AB}" dt="2025-08-04T12:53:51.678" v="529" actId="1037"/>
          <ac:spMkLst>
            <pc:docMk/>
            <pc:sldMk cId="3443997082" sldId="1982"/>
            <ac:spMk id="4" creationId="{5ACEF5CF-923C-95AB-B25C-70CCD24BD8E3}"/>
          </ac:spMkLst>
        </pc:spChg>
        <pc:spChg chg="add mod">
          <ac:chgData name="Markus Bosler - M43561" userId="b4a7048e-8ac1-4256-8f53-418a23da4948" providerId="ADAL" clId="{ACAC21FD-5C69-4C3B-AC0F-75D06F2805AB}" dt="2025-08-04T12:53:51.678" v="529" actId="1037"/>
          <ac:spMkLst>
            <pc:docMk/>
            <pc:sldMk cId="3443997082" sldId="1982"/>
            <ac:spMk id="13" creationId="{CB464BDA-6BBE-23D2-F24E-8B4265397C51}"/>
          </ac:spMkLst>
        </pc:spChg>
        <pc:spChg chg="add mod">
          <ac:chgData name="Markus Bosler - M43561" userId="b4a7048e-8ac1-4256-8f53-418a23da4948" providerId="ADAL" clId="{ACAC21FD-5C69-4C3B-AC0F-75D06F2805AB}" dt="2025-08-04T12:53:51.678" v="529" actId="1037"/>
          <ac:spMkLst>
            <pc:docMk/>
            <pc:sldMk cId="3443997082" sldId="1982"/>
            <ac:spMk id="14" creationId="{B533D9AB-27DD-37AE-A934-39BBC44412E7}"/>
          </ac:spMkLst>
        </pc:spChg>
        <pc:spChg chg="add mod">
          <ac:chgData name="Markus Bosler - M43561" userId="b4a7048e-8ac1-4256-8f53-418a23da4948" providerId="ADAL" clId="{ACAC21FD-5C69-4C3B-AC0F-75D06F2805AB}" dt="2025-08-04T12:53:51.678" v="529" actId="1037"/>
          <ac:spMkLst>
            <pc:docMk/>
            <pc:sldMk cId="3443997082" sldId="1982"/>
            <ac:spMk id="15" creationId="{A5089258-F005-1D87-CDC7-4F0AE834DD60}"/>
          </ac:spMkLst>
        </pc:spChg>
        <pc:spChg chg="add mod">
          <ac:chgData name="Markus Bosler - M43561" userId="b4a7048e-8ac1-4256-8f53-418a23da4948" providerId="ADAL" clId="{ACAC21FD-5C69-4C3B-AC0F-75D06F2805AB}" dt="2025-08-04T12:53:51.678" v="529" actId="1037"/>
          <ac:spMkLst>
            <pc:docMk/>
            <pc:sldMk cId="3443997082" sldId="1982"/>
            <ac:spMk id="16" creationId="{9E3F60A3-4343-EAC7-CD4F-FAF3FA53971B}"/>
          </ac:spMkLst>
        </pc:spChg>
        <pc:spChg chg="add mod">
          <ac:chgData name="Markus Bosler - M43561" userId="b4a7048e-8ac1-4256-8f53-418a23da4948" providerId="ADAL" clId="{ACAC21FD-5C69-4C3B-AC0F-75D06F2805AB}" dt="2025-08-04T12:53:51.678" v="529" actId="1037"/>
          <ac:spMkLst>
            <pc:docMk/>
            <pc:sldMk cId="3443997082" sldId="1982"/>
            <ac:spMk id="19" creationId="{5685808E-1209-5B0F-901B-932DECCE499E}"/>
          </ac:spMkLst>
        </pc:spChg>
        <pc:spChg chg="add mod">
          <ac:chgData name="Markus Bosler - M43561" userId="b4a7048e-8ac1-4256-8f53-418a23da4948" providerId="ADAL" clId="{ACAC21FD-5C69-4C3B-AC0F-75D06F2805AB}" dt="2025-08-04T12:53:51.678" v="529" actId="1037"/>
          <ac:spMkLst>
            <pc:docMk/>
            <pc:sldMk cId="3443997082" sldId="1982"/>
            <ac:spMk id="20" creationId="{B8CE35AA-9AFC-856B-D471-C30028E99570}"/>
          </ac:spMkLst>
        </pc:spChg>
        <pc:picChg chg="add mod">
          <ac:chgData name="Markus Bosler - M43561" userId="b4a7048e-8ac1-4256-8f53-418a23da4948" providerId="ADAL" clId="{ACAC21FD-5C69-4C3B-AC0F-75D06F2805AB}" dt="2025-08-04T12:53:51.678" v="529" actId="1037"/>
          <ac:picMkLst>
            <pc:docMk/>
            <pc:sldMk cId="3443997082" sldId="1982"/>
            <ac:picMk id="2049" creationId="{8A9732F9-1FF9-F446-DD04-BCD4F22FBA4D}"/>
          </ac:picMkLst>
        </pc:picChg>
        <pc:cxnChg chg="add mod">
          <ac:chgData name="Markus Bosler - M43561" userId="b4a7048e-8ac1-4256-8f53-418a23da4948" providerId="ADAL" clId="{ACAC21FD-5C69-4C3B-AC0F-75D06F2805AB}" dt="2025-08-01T08:33:53.695" v="15" actId="208"/>
          <ac:cxnSpMkLst>
            <pc:docMk/>
            <pc:sldMk cId="3443997082" sldId="1982"/>
            <ac:cxnSpMk id="6" creationId="{37C2B898-1CA7-3B76-639E-F01C4827E9C9}"/>
          </ac:cxnSpMkLst>
        </pc:cxnChg>
        <pc:cxnChg chg="add mod">
          <ac:chgData name="Markus Bosler - M43561" userId="b4a7048e-8ac1-4256-8f53-418a23da4948" providerId="ADAL" clId="{ACAC21FD-5C69-4C3B-AC0F-75D06F2805AB}" dt="2025-08-04T12:53:51.678" v="529" actId="1037"/>
          <ac:cxnSpMkLst>
            <pc:docMk/>
            <pc:sldMk cId="3443997082" sldId="1982"/>
            <ac:cxnSpMk id="8" creationId="{F5CD8ABE-917E-F339-8BBC-329E095953BE}"/>
          </ac:cxnSpMkLst>
        </pc:cxnChg>
        <pc:cxnChg chg="add mod">
          <ac:chgData name="Markus Bosler - M43561" userId="b4a7048e-8ac1-4256-8f53-418a23da4948" providerId="ADAL" clId="{ACAC21FD-5C69-4C3B-AC0F-75D06F2805AB}" dt="2025-08-01T08:37:53.093" v="94" actId="14100"/>
          <ac:cxnSpMkLst>
            <pc:docMk/>
            <pc:sldMk cId="3443997082" sldId="1982"/>
            <ac:cxnSpMk id="17" creationId="{15D171F9-EC22-9B20-BA87-AD41808F3AD5}"/>
          </ac:cxnSpMkLst>
        </pc:cxnChg>
        <pc:cxnChg chg="add mod">
          <ac:chgData name="Markus Bosler - M43561" userId="b4a7048e-8ac1-4256-8f53-418a23da4948" providerId="ADAL" clId="{ACAC21FD-5C69-4C3B-AC0F-75D06F2805AB}" dt="2025-08-01T08:57:53.736" v="283" actId="14100"/>
          <ac:cxnSpMkLst>
            <pc:docMk/>
            <pc:sldMk cId="3443997082" sldId="1982"/>
            <ac:cxnSpMk id="21" creationId="{6DD67A80-AB65-BC33-CC8C-05D2B640543C}"/>
          </ac:cxnSpMkLst>
        </pc:cxnChg>
      </pc:sldChg>
      <pc:sldChg chg="addSp modSp new mod">
        <pc:chgData name="Markus Bosler - M43561" userId="b4a7048e-8ac1-4256-8f53-418a23da4948" providerId="ADAL" clId="{ACAC21FD-5C69-4C3B-AC0F-75D06F2805AB}" dt="2025-08-04T12:54:08.994" v="531" actId="1076"/>
        <pc:sldMkLst>
          <pc:docMk/>
          <pc:sldMk cId="3175591816" sldId="1983"/>
        </pc:sldMkLst>
        <pc:spChg chg="add mod">
          <ac:chgData name="Markus Bosler - M43561" userId="b4a7048e-8ac1-4256-8f53-418a23da4948" providerId="ADAL" clId="{ACAC21FD-5C69-4C3B-AC0F-75D06F2805AB}" dt="2025-08-04T12:54:08.994" v="531" actId="1076"/>
          <ac:spMkLst>
            <pc:docMk/>
            <pc:sldMk cId="3175591816" sldId="1983"/>
            <ac:spMk id="6" creationId="{7E61C6EA-43B4-4003-CFE5-CF4B3448D259}"/>
          </ac:spMkLst>
        </pc:spChg>
        <pc:spChg chg="add mod">
          <ac:chgData name="Markus Bosler - M43561" userId="b4a7048e-8ac1-4256-8f53-418a23da4948" providerId="ADAL" clId="{ACAC21FD-5C69-4C3B-AC0F-75D06F2805AB}" dt="2025-08-04T12:54:08.994" v="531" actId="1076"/>
          <ac:spMkLst>
            <pc:docMk/>
            <pc:sldMk cId="3175591816" sldId="1983"/>
            <ac:spMk id="7" creationId="{0CCF1147-CA7D-559B-5DCE-CC6180F9BA8F}"/>
          </ac:spMkLst>
        </pc:spChg>
        <pc:spChg chg="add mod">
          <ac:chgData name="Markus Bosler - M43561" userId="b4a7048e-8ac1-4256-8f53-418a23da4948" providerId="ADAL" clId="{ACAC21FD-5C69-4C3B-AC0F-75D06F2805AB}" dt="2025-08-04T12:54:08.994" v="531" actId="1076"/>
          <ac:spMkLst>
            <pc:docMk/>
            <pc:sldMk cId="3175591816" sldId="1983"/>
            <ac:spMk id="9" creationId="{5431C90B-FD13-27A5-AD74-ABDF518515CB}"/>
          </ac:spMkLst>
        </pc:spChg>
        <pc:picChg chg="add mod">
          <ac:chgData name="Markus Bosler - M43561" userId="b4a7048e-8ac1-4256-8f53-418a23da4948" providerId="ADAL" clId="{ACAC21FD-5C69-4C3B-AC0F-75D06F2805AB}" dt="2025-08-04T12:54:08.994" v="531" actId="1076"/>
          <ac:picMkLst>
            <pc:docMk/>
            <pc:sldMk cId="3175591816" sldId="1983"/>
            <ac:picMk id="3073" creationId="{F45C73F3-18A3-8294-7369-739962E914E3}"/>
          </ac:picMkLst>
        </pc:picChg>
        <pc:cxnChg chg="add mod">
          <ac:chgData name="Markus Bosler - M43561" userId="b4a7048e-8ac1-4256-8f53-418a23da4948" providerId="ADAL" clId="{ACAC21FD-5C69-4C3B-AC0F-75D06F2805AB}" dt="2025-08-04T12:54:08.994" v="531" actId="1076"/>
          <ac:cxnSpMkLst>
            <pc:docMk/>
            <pc:sldMk cId="3175591816" sldId="1983"/>
            <ac:cxnSpMk id="8" creationId="{766785B0-2683-4E0F-7345-366637A8A39B}"/>
          </ac:cxnSpMkLst>
        </pc:cxnChg>
        <pc:cxnChg chg="add mod">
          <ac:chgData name="Markus Bosler - M43561" userId="b4a7048e-8ac1-4256-8f53-418a23da4948" providerId="ADAL" clId="{ACAC21FD-5C69-4C3B-AC0F-75D06F2805AB}" dt="2025-08-04T12:54:08.994" v="531" actId="1076"/>
          <ac:cxnSpMkLst>
            <pc:docMk/>
            <pc:sldMk cId="3175591816" sldId="1983"/>
            <ac:cxnSpMk id="10" creationId="{25EDBC1E-F5E9-7BDD-EAC2-5A2A1E744972}"/>
          </ac:cxnSpMkLst>
        </pc:cxnChg>
      </pc:sldChg>
      <pc:sldChg chg="addSp delSp modSp add mod ord">
        <pc:chgData name="Markus Bosler - M43561" userId="b4a7048e-8ac1-4256-8f53-418a23da4948" providerId="ADAL" clId="{ACAC21FD-5C69-4C3B-AC0F-75D06F2805AB}" dt="2025-08-04T12:53:17.913" v="475" actId="20577"/>
        <pc:sldMkLst>
          <pc:docMk/>
          <pc:sldMk cId="3236008465" sldId="1984"/>
        </pc:sldMkLst>
        <pc:spChg chg="add mod">
          <ac:chgData name="Markus Bosler - M43561" userId="b4a7048e-8ac1-4256-8f53-418a23da4948" providerId="ADAL" clId="{ACAC21FD-5C69-4C3B-AC0F-75D06F2805AB}" dt="2025-08-04T12:47:53.431" v="392" actId="1076"/>
          <ac:spMkLst>
            <pc:docMk/>
            <pc:sldMk cId="3236008465" sldId="1984"/>
            <ac:spMk id="2" creationId="{99F7FD7A-0462-78DF-F55E-DA892F4CDB1B}"/>
          </ac:spMkLst>
        </pc:spChg>
        <pc:spChg chg="add mod">
          <ac:chgData name="Markus Bosler - M43561" userId="b4a7048e-8ac1-4256-8f53-418a23da4948" providerId="ADAL" clId="{ACAC21FD-5C69-4C3B-AC0F-75D06F2805AB}" dt="2025-08-04T12:53:17.913" v="475" actId="20577"/>
          <ac:spMkLst>
            <pc:docMk/>
            <pc:sldMk cId="3236008465" sldId="1984"/>
            <ac:spMk id="3" creationId="{E9369860-B021-2352-2135-60DF2868C9C0}"/>
          </ac:spMkLst>
        </pc:spChg>
        <pc:spChg chg="del">
          <ac:chgData name="Markus Bosler - M43561" userId="b4a7048e-8ac1-4256-8f53-418a23da4948" providerId="ADAL" clId="{ACAC21FD-5C69-4C3B-AC0F-75D06F2805AB}" dt="2025-08-04T12:44:04.009" v="309" actId="478"/>
          <ac:spMkLst>
            <pc:docMk/>
            <pc:sldMk cId="3236008465" sldId="1984"/>
            <ac:spMk id="6" creationId="{FF1D9AE0-87A2-8E6F-716C-62408146AB8C}"/>
          </ac:spMkLst>
        </pc:spChg>
        <pc:spChg chg="del">
          <ac:chgData name="Markus Bosler - M43561" userId="b4a7048e-8ac1-4256-8f53-418a23da4948" providerId="ADAL" clId="{ACAC21FD-5C69-4C3B-AC0F-75D06F2805AB}" dt="2025-08-04T12:44:04.009" v="309" actId="478"/>
          <ac:spMkLst>
            <pc:docMk/>
            <pc:sldMk cId="3236008465" sldId="1984"/>
            <ac:spMk id="7" creationId="{DEC41995-9693-8B4A-E792-48152B2C148C}"/>
          </ac:spMkLst>
        </pc:spChg>
        <pc:spChg chg="del">
          <ac:chgData name="Markus Bosler - M43561" userId="b4a7048e-8ac1-4256-8f53-418a23da4948" providerId="ADAL" clId="{ACAC21FD-5C69-4C3B-AC0F-75D06F2805AB}" dt="2025-08-04T12:44:04.009" v="309" actId="478"/>
          <ac:spMkLst>
            <pc:docMk/>
            <pc:sldMk cId="3236008465" sldId="1984"/>
            <ac:spMk id="9" creationId="{0E7EB142-6524-7DA9-4326-58BE2A85FE6A}"/>
          </ac:spMkLst>
        </pc:spChg>
        <pc:graphicFrameChg chg="add mod">
          <ac:chgData name="Markus Bosler - M43561" userId="b4a7048e-8ac1-4256-8f53-418a23da4948" providerId="ADAL" clId="{ACAC21FD-5C69-4C3B-AC0F-75D06F2805AB}" dt="2025-08-04T12:49:01.839" v="404"/>
          <ac:graphicFrameMkLst>
            <pc:docMk/>
            <pc:sldMk cId="3236008465" sldId="1984"/>
            <ac:graphicFrameMk id="4" creationId="{F3F790F5-1D41-85C3-3368-6B7D20AACCB4}"/>
          </ac:graphicFrameMkLst>
        </pc:graphicFrameChg>
        <pc:graphicFrameChg chg="add del mod">
          <ac:chgData name="Markus Bosler - M43561" userId="b4a7048e-8ac1-4256-8f53-418a23da4948" providerId="ADAL" clId="{ACAC21FD-5C69-4C3B-AC0F-75D06F2805AB}" dt="2025-08-04T12:53:03.469" v="453" actId="21"/>
          <ac:graphicFrameMkLst>
            <pc:docMk/>
            <pc:sldMk cId="3236008465" sldId="1984"/>
            <ac:graphicFrameMk id="5" creationId="{2B411805-9A9C-5382-7F98-F4F98A25262D}"/>
          </ac:graphicFrameMkLst>
        </pc:graphicFrameChg>
        <pc:picChg chg="del mod">
          <ac:chgData name="Markus Bosler - M43561" userId="b4a7048e-8ac1-4256-8f53-418a23da4948" providerId="ADAL" clId="{ACAC21FD-5C69-4C3B-AC0F-75D06F2805AB}" dt="2025-08-04T12:44:01.641" v="308" actId="478"/>
          <ac:picMkLst>
            <pc:docMk/>
            <pc:sldMk cId="3236008465" sldId="1984"/>
            <ac:picMk id="3073" creationId="{E0EFE759-E9FA-B678-C6D8-E8984E8E6917}"/>
          </ac:picMkLst>
        </pc:picChg>
        <pc:cxnChg chg="del">
          <ac:chgData name="Markus Bosler - M43561" userId="b4a7048e-8ac1-4256-8f53-418a23da4948" providerId="ADAL" clId="{ACAC21FD-5C69-4C3B-AC0F-75D06F2805AB}" dt="2025-08-04T12:44:04.009" v="309" actId="478"/>
          <ac:cxnSpMkLst>
            <pc:docMk/>
            <pc:sldMk cId="3236008465" sldId="1984"/>
            <ac:cxnSpMk id="8" creationId="{05EE0A69-6E45-24F8-133C-A42409D2D979}"/>
          </ac:cxnSpMkLst>
        </pc:cxnChg>
        <pc:cxnChg chg="del">
          <ac:chgData name="Markus Bosler - M43561" userId="b4a7048e-8ac1-4256-8f53-418a23da4948" providerId="ADAL" clId="{ACAC21FD-5C69-4C3B-AC0F-75D06F2805AB}" dt="2025-08-04T12:44:04.009" v="309" actId="478"/>
          <ac:cxnSpMkLst>
            <pc:docMk/>
            <pc:sldMk cId="3236008465" sldId="1984"/>
            <ac:cxnSpMk id="10" creationId="{4D0CE8F4-6662-BB41-3B23-F7FA5F5A6295}"/>
          </ac:cxnSpMkLst>
        </pc:cxnChg>
      </pc:sldChg>
      <pc:sldChg chg="addSp delSp modSp add mod">
        <pc:chgData name="Markus Bosler - M43561" userId="b4a7048e-8ac1-4256-8f53-418a23da4948" providerId="ADAL" clId="{ACAC21FD-5C69-4C3B-AC0F-75D06F2805AB}" dt="2025-08-04T13:45:32.951" v="1220" actId="20577"/>
        <pc:sldMkLst>
          <pc:docMk/>
          <pc:sldMk cId="704378396" sldId="1985"/>
        </pc:sldMkLst>
        <pc:spChg chg="add mod">
          <ac:chgData name="Markus Bosler - M43561" userId="b4a7048e-8ac1-4256-8f53-418a23da4948" providerId="ADAL" clId="{ACAC21FD-5C69-4C3B-AC0F-75D06F2805AB}" dt="2025-08-04T13:41:22.059" v="1142" actId="1076"/>
          <ac:spMkLst>
            <pc:docMk/>
            <pc:sldMk cId="704378396" sldId="1985"/>
            <ac:spMk id="3" creationId="{C8120377-E8F9-9C23-DBBD-E5A771F4B548}"/>
          </ac:spMkLst>
        </pc:spChg>
        <pc:spChg chg="add mod">
          <ac:chgData name="Markus Bosler - M43561" userId="b4a7048e-8ac1-4256-8f53-418a23da4948" providerId="ADAL" clId="{ACAC21FD-5C69-4C3B-AC0F-75D06F2805AB}" dt="2025-08-04T13:42:06.328" v="1162" actId="1076"/>
          <ac:spMkLst>
            <pc:docMk/>
            <pc:sldMk cId="704378396" sldId="1985"/>
            <ac:spMk id="4" creationId="{C3399C7E-E2E3-01EF-4AE6-FAA9626B4A9A}"/>
          </ac:spMkLst>
        </pc:spChg>
        <pc:spChg chg="add mod">
          <ac:chgData name="Markus Bosler - M43561" userId="b4a7048e-8ac1-4256-8f53-418a23da4948" providerId="ADAL" clId="{ACAC21FD-5C69-4C3B-AC0F-75D06F2805AB}" dt="2025-08-04T13:42:09.141" v="1163" actId="1076"/>
          <ac:spMkLst>
            <pc:docMk/>
            <pc:sldMk cId="704378396" sldId="1985"/>
            <ac:spMk id="5" creationId="{682A4BDF-EBBC-8E9D-A846-0CD66FF012CB}"/>
          </ac:spMkLst>
        </pc:spChg>
        <pc:spChg chg="del">
          <ac:chgData name="Markus Bosler - M43561" userId="b4a7048e-8ac1-4256-8f53-418a23da4948" providerId="ADAL" clId="{ACAC21FD-5C69-4C3B-AC0F-75D06F2805AB}" dt="2025-08-04T12:54:26.976" v="535" actId="478"/>
          <ac:spMkLst>
            <pc:docMk/>
            <pc:sldMk cId="704378396" sldId="1985"/>
            <ac:spMk id="6" creationId="{69AB5D00-9B06-71D9-126D-0B1BF8281B70}"/>
          </ac:spMkLst>
        </pc:spChg>
        <pc:spChg chg="del">
          <ac:chgData name="Markus Bosler - M43561" userId="b4a7048e-8ac1-4256-8f53-418a23da4948" providerId="ADAL" clId="{ACAC21FD-5C69-4C3B-AC0F-75D06F2805AB}" dt="2025-08-04T12:54:26.976" v="535" actId="478"/>
          <ac:spMkLst>
            <pc:docMk/>
            <pc:sldMk cId="704378396" sldId="1985"/>
            <ac:spMk id="7" creationId="{EA74D8E7-2D06-4EFB-EE6E-8282B8FAEE71}"/>
          </ac:spMkLst>
        </pc:spChg>
        <pc:spChg chg="del">
          <ac:chgData name="Markus Bosler - M43561" userId="b4a7048e-8ac1-4256-8f53-418a23da4948" providerId="ADAL" clId="{ACAC21FD-5C69-4C3B-AC0F-75D06F2805AB}" dt="2025-08-04T12:54:26.976" v="535" actId="478"/>
          <ac:spMkLst>
            <pc:docMk/>
            <pc:sldMk cId="704378396" sldId="1985"/>
            <ac:spMk id="9" creationId="{38E82F1E-C694-7911-87BE-E02D2E355AFB}"/>
          </ac:spMkLst>
        </pc:spChg>
        <pc:graphicFrameChg chg="add mod modGraphic">
          <ac:chgData name="Markus Bosler - M43561" userId="b4a7048e-8ac1-4256-8f53-418a23da4948" providerId="ADAL" clId="{ACAC21FD-5C69-4C3B-AC0F-75D06F2805AB}" dt="2025-08-04T13:45:32.951" v="1220" actId="20577"/>
          <ac:graphicFrameMkLst>
            <pc:docMk/>
            <pc:sldMk cId="704378396" sldId="1985"/>
            <ac:graphicFrameMk id="2" creationId="{3B78B751-31F2-1E68-8B11-E34446349F16}"/>
          </ac:graphicFrameMkLst>
        </pc:graphicFrameChg>
        <pc:picChg chg="del mod">
          <ac:chgData name="Markus Bosler - M43561" userId="b4a7048e-8ac1-4256-8f53-418a23da4948" providerId="ADAL" clId="{ACAC21FD-5C69-4C3B-AC0F-75D06F2805AB}" dt="2025-08-04T12:54:25.406" v="534" actId="478"/>
          <ac:picMkLst>
            <pc:docMk/>
            <pc:sldMk cId="704378396" sldId="1985"/>
            <ac:picMk id="3073" creationId="{239748D7-EDBB-8A26-DDF5-B82EC78D9840}"/>
          </ac:picMkLst>
        </pc:picChg>
        <pc:cxnChg chg="del">
          <ac:chgData name="Markus Bosler - M43561" userId="b4a7048e-8ac1-4256-8f53-418a23da4948" providerId="ADAL" clId="{ACAC21FD-5C69-4C3B-AC0F-75D06F2805AB}" dt="2025-08-04T12:54:26.976" v="535" actId="478"/>
          <ac:cxnSpMkLst>
            <pc:docMk/>
            <pc:sldMk cId="704378396" sldId="1985"/>
            <ac:cxnSpMk id="8" creationId="{B869F93B-A69B-6624-1049-BF9AB130041D}"/>
          </ac:cxnSpMkLst>
        </pc:cxnChg>
        <pc:cxnChg chg="del">
          <ac:chgData name="Markus Bosler - M43561" userId="b4a7048e-8ac1-4256-8f53-418a23da4948" providerId="ADAL" clId="{ACAC21FD-5C69-4C3B-AC0F-75D06F2805AB}" dt="2025-08-04T12:54:26.976" v="535" actId="478"/>
          <ac:cxnSpMkLst>
            <pc:docMk/>
            <pc:sldMk cId="704378396" sldId="1985"/>
            <ac:cxnSpMk id="10" creationId="{65E6421E-FBEE-064F-987C-E18B986C048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DB9B-E778-0A56-A0AA-2094206F8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2A58F-6856-A9EC-63A0-0D24F4C06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36B38-6B3B-6E63-FB79-0049E8A9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C9604-6BE1-6976-3D73-37154BFB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96FCA-94F4-A2A9-0547-B4D0F325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55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3E85-0CC8-91C4-344F-6F4B27BB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89F86-8271-D27D-50BE-92D019893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2D8F9-9227-D008-97D6-B87A0172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E9401-625A-D5A0-0C80-D47F4259D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CB86F-9452-B3E1-8BE0-2575FBB8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983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4E37B-0694-80CD-6BF3-570B5FD1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36717-4D4A-4FDB-B5FA-A00413D6A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0BE33-2296-ACE4-0086-BE43ADB9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2D780-B520-58C3-9CED-85EB6C9A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811E6-539A-A169-DE56-B7E06A10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547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BA6F-21A4-1B65-5293-AB117E0C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0BB4-FCB1-B880-355B-FE94FC402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884D9-ADC4-0938-A306-F80137787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96DE0-A8F8-B746-513D-1FF470A61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FDBA4-9EA4-586F-5F9A-E667BD7D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A7368-D8D0-3657-CAE5-803CFCBB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535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941-3138-5204-55C4-D947E3DF7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E15CF-BC2F-F620-E37E-83CB56947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EE1DA-85DC-3E10-59D4-0DB34CBE2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8BADA-831E-F11B-962C-57FABEC08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D6C91-195B-2A00-D9D1-F076F718F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F6573D-D99D-358D-9551-3A80722B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F4FC1-71F3-EA92-D9D8-DB478D001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3540C-2074-0DDB-8885-ABD3C500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25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5029-A9C1-0073-E017-2F6659872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EFE8A9-046A-039C-A885-F8859589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CAD77-BF1F-4864-547E-A7A000F7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0A010-E933-4B37-574C-368AF9BC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234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76B4F-B4DD-E83F-EE3F-7B8070D1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463A1-2AF5-0E72-00F3-0316857F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E8CC7-7254-E447-F72A-6B65A8E7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5210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9F1F7-918C-F782-E369-B6447C1A3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BA211-0D03-AA60-4972-8424C2CC5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40C2D-1C6E-993A-01E8-C85183864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07D99-7824-4701-D80C-20470310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9B751-39A5-05BA-9470-9660641F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F4035-E0AD-5E6F-5952-D144AE2B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3520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6AD81-202B-7FD1-9999-469A7E2C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6E0B3F-A617-B9DD-5D3B-46A55FF8C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108AE-75AA-B3BF-91A3-E5AB57D95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97B33-3889-151F-0A5D-E17AF227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F9F4-CD0E-AA2B-272F-9FAAE07C8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88774-FD8D-B982-9036-94DC7DA5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385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3466-8C7C-AD06-6474-2686A65B8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30A67-FA6D-A76D-4CA5-4C0C4FEF6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39F4A-C419-AB3D-BCA7-A17BEE4A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949E8-2D0C-47CE-1ADE-33D034AA3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75FFF-9843-0129-DB65-5F932C6E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0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11DE9-185B-602A-EDF8-154D494C7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3A1D-DA2C-D7B6-7A1B-3620F558B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B99F9-C638-3BBB-C018-39472937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F1E51-C293-D878-2279-1CA6A9B55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B90B9-6E91-92F6-E604-AE8ADD49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507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291738-8CED-A31A-A2ED-76E4171B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A75ED-3347-B141-9F1C-51A24F85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7F69F-D27E-1750-5B57-293D8EB45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72C8B-44A4-4CB6-A7A0-AE8976D0A5E6}" type="datetimeFigureOut">
              <a:rPr lang="de-DE" smtClean="0"/>
              <a:t>04.08.2025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D5E09-A4B9-46FE-E3C4-E0719FA02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C3C33-6951-9AF9-E77B-4D7CFEC58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EBC21-6466-4A29-99E8-8ECC94BAEE6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445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E2A3C-C44F-DFEB-CD35-90C1092A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F7FD7A-0462-78DF-F55E-DA892F4CDB1B}"/>
              </a:ext>
            </a:extLst>
          </p:cNvPr>
          <p:cNvSpPr txBox="1"/>
          <p:nvPr/>
        </p:nvSpPr>
        <p:spPr>
          <a:xfrm>
            <a:off x="3349691" y="634482"/>
            <a:ext cx="4674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Modifications when using WBZ451H with PL460-EK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69860-B021-2352-2135-60DF2868C9C0}"/>
              </a:ext>
            </a:extLst>
          </p:cNvPr>
          <p:cNvSpPr txBox="1"/>
          <p:nvPr/>
        </p:nvSpPr>
        <p:spPr>
          <a:xfrm>
            <a:off x="1458686" y="1346983"/>
            <a:ext cx="69202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Modifications on PL460-EL side</a:t>
            </a:r>
          </a:p>
          <a:p>
            <a:pPr marL="285750" indent="-285750">
              <a:buFontTx/>
              <a:buChar char="-"/>
            </a:pPr>
            <a:r>
              <a:rPr lang="de-DE" sz="1200" dirty="0"/>
              <a:t>CUT PL460_NTHW0 trace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CUT PL460_ENABLE trace and PULL-UP (10k) to 3,3V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CUT PL460_STBY trace and PULL-DOWN (10K) to GND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SHORT BETWEEN Ports XPRO pins 10 and 12 (To CONTROL TX_EN with NTHW0 pin from host)</a:t>
            </a:r>
          </a:p>
        </p:txBody>
      </p:sp>
    </p:spTree>
    <p:extLst>
      <p:ext uri="{BB962C8B-B14F-4D97-AF65-F5344CB8AC3E}">
        <p14:creationId xmlns:p14="http://schemas.microsoft.com/office/powerpoint/2010/main" val="323600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8A9732F9-1FF9-F446-DD04-BCD4F22FB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972" y="0"/>
            <a:ext cx="10696575" cy="755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CEF5CF-923C-95AB-B25C-70CCD24BD8E3}"/>
              </a:ext>
            </a:extLst>
          </p:cNvPr>
          <p:cNvSpPr/>
          <p:nvPr/>
        </p:nvSpPr>
        <p:spPr>
          <a:xfrm>
            <a:off x="7152488" y="3676528"/>
            <a:ext cx="184484" cy="26983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C2B898-1CA7-3B76-639E-F01C4827E9C9}"/>
              </a:ext>
            </a:extLst>
          </p:cNvPr>
          <p:cNvCxnSpPr>
            <a:cxnSpLocks/>
          </p:cNvCxnSpPr>
          <p:nvPr/>
        </p:nvCxnSpPr>
        <p:spPr>
          <a:xfrm>
            <a:off x="4000214" y="1403684"/>
            <a:ext cx="0" cy="78606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CD8ABE-917E-F339-8BBC-329E095953BE}"/>
              </a:ext>
            </a:extLst>
          </p:cNvPr>
          <p:cNvCxnSpPr>
            <a:cxnSpLocks/>
          </p:cNvCxnSpPr>
          <p:nvPr/>
        </p:nvCxnSpPr>
        <p:spPr>
          <a:xfrm flipV="1">
            <a:off x="2845183" y="4122821"/>
            <a:ext cx="1251284" cy="36896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B464BDA-6BBE-23D2-F24E-8B4265397C51}"/>
              </a:ext>
            </a:extLst>
          </p:cNvPr>
          <p:cNvSpPr txBox="1"/>
          <p:nvPr/>
        </p:nvSpPr>
        <p:spPr>
          <a:xfrm>
            <a:off x="3442751" y="1061285"/>
            <a:ext cx="162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Remove R169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to disable USR_BTN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3D9AB-27DD-37AE-A934-39BBC44412E7}"/>
              </a:ext>
            </a:extLst>
          </p:cNvPr>
          <p:cNvSpPr txBox="1"/>
          <p:nvPr/>
        </p:nvSpPr>
        <p:spPr>
          <a:xfrm>
            <a:off x="1337230" y="4291734"/>
            <a:ext cx="1556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Remove R94 to disable RGB_LED_GREEN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089258-F005-1D87-CDC7-4F0AE834DD60}"/>
              </a:ext>
            </a:extLst>
          </p:cNvPr>
          <p:cNvSpPr txBox="1"/>
          <p:nvPr/>
        </p:nvSpPr>
        <p:spPr>
          <a:xfrm>
            <a:off x="1337230" y="4668723"/>
            <a:ext cx="1556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Remove R95 to disable RGB_LED_GREEN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F60A3-4343-EAC7-CD4F-FAF3FA53971B}"/>
              </a:ext>
            </a:extLst>
          </p:cNvPr>
          <p:cNvSpPr txBox="1"/>
          <p:nvPr/>
        </p:nvSpPr>
        <p:spPr>
          <a:xfrm>
            <a:off x="6524842" y="6122569"/>
            <a:ext cx="17425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Remove R4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to disable RTS from UART Virtual Comm Port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D171F9-EC22-9B20-BA87-AD41808F3AD5}"/>
              </a:ext>
            </a:extLst>
          </p:cNvPr>
          <p:cNvCxnSpPr>
            <a:cxnSpLocks/>
          </p:cNvCxnSpPr>
          <p:nvPr/>
        </p:nvCxnSpPr>
        <p:spPr>
          <a:xfrm flipV="1">
            <a:off x="7244730" y="3954379"/>
            <a:ext cx="0" cy="2085474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685808E-1209-5B0F-901B-932DECCE499E}"/>
              </a:ext>
            </a:extLst>
          </p:cNvPr>
          <p:cNvSpPr txBox="1"/>
          <p:nvPr/>
        </p:nvSpPr>
        <p:spPr>
          <a:xfrm>
            <a:off x="3128928" y="6147864"/>
            <a:ext cx="174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Remove R5 and C5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de-DE" sz="1000">
                <a:latin typeface="Arial" panose="020B0604020202020204" pitchFamily="34" charset="0"/>
                <a:cs typeface="Arial" panose="020B0604020202020204" pitchFamily="34" charset="0"/>
              </a:rPr>
              <a:t>disable Temp Sensor</a:t>
            </a:r>
            <a:endParaRPr lang="de-D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CE35AA-9AFC-856B-D471-C30028E99570}"/>
              </a:ext>
            </a:extLst>
          </p:cNvPr>
          <p:cNvSpPr/>
          <p:nvPr/>
        </p:nvSpPr>
        <p:spPr>
          <a:xfrm>
            <a:off x="3847814" y="4908884"/>
            <a:ext cx="320841" cy="26068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D67A80-AB65-BC33-CC8C-05D2B640543C}"/>
              </a:ext>
            </a:extLst>
          </p:cNvPr>
          <p:cNvCxnSpPr>
            <a:cxnSpLocks/>
          </p:cNvCxnSpPr>
          <p:nvPr/>
        </p:nvCxnSpPr>
        <p:spPr>
          <a:xfrm flipV="1">
            <a:off x="3847814" y="5169568"/>
            <a:ext cx="152400" cy="953001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5836493-47D9-EA20-F665-ADA4EDAD1C90}"/>
              </a:ext>
            </a:extLst>
          </p:cNvPr>
          <p:cNvSpPr txBox="1"/>
          <p:nvPr/>
        </p:nvSpPr>
        <p:spPr>
          <a:xfrm>
            <a:off x="782708" y="390981"/>
            <a:ext cx="6130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Modifications on WBZ451H side </a:t>
            </a:r>
          </a:p>
        </p:txBody>
      </p:sp>
    </p:spTree>
    <p:extLst>
      <p:ext uri="{BB962C8B-B14F-4D97-AF65-F5344CB8AC3E}">
        <p14:creationId xmlns:p14="http://schemas.microsoft.com/office/powerpoint/2010/main" val="344399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id="{F45C73F3-18A3-8294-7369-739962E91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92" y="0"/>
            <a:ext cx="10696575" cy="755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61C6EA-43B4-4003-CFE5-CF4B3448D259}"/>
              </a:ext>
            </a:extLst>
          </p:cNvPr>
          <p:cNvSpPr/>
          <p:nvPr/>
        </p:nvSpPr>
        <p:spPr>
          <a:xfrm>
            <a:off x="5466271" y="2954638"/>
            <a:ext cx="184484" cy="26983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F1147-CA7D-559B-5DCE-CC6180F9BA8F}"/>
              </a:ext>
            </a:extLst>
          </p:cNvPr>
          <p:cNvSpPr txBox="1"/>
          <p:nvPr/>
        </p:nvSpPr>
        <p:spPr>
          <a:xfrm>
            <a:off x="4838625" y="5400679"/>
            <a:ext cx="17425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Remove R3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to disable CTS from UART Virtual Comm Port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6785B0-2683-4E0F-7345-366637A8A39B}"/>
              </a:ext>
            </a:extLst>
          </p:cNvPr>
          <p:cNvCxnSpPr>
            <a:cxnSpLocks/>
          </p:cNvCxnSpPr>
          <p:nvPr/>
        </p:nvCxnSpPr>
        <p:spPr>
          <a:xfrm flipV="1">
            <a:off x="5558513" y="3232489"/>
            <a:ext cx="0" cy="2085474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431C90B-FD13-27A5-AD74-ABDF518515CB}"/>
              </a:ext>
            </a:extLst>
          </p:cNvPr>
          <p:cNvSpPr txBox="1"/>
          <p:nvPr/>
        </p:nvSpPr>
        <p:spPr>
          <a:xfrm>
            <a:off x="2640857" y="5400679"/>
            <a:ext cx="174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Remove R120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to use USER_LED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5EDBC1E-F5E9-7BDD-EAC2-5A2A1E744972}"/>
              </a:ext>
            </a:extLst>
          </p:cNvPr>
          <p:cNvCxnSpPr>
            <a:cxnSpLocks/>
          </p:cNvCxnSpPr>
          <p:nvPr/>
        </p:nvCxnSpPr>
        <p:spPr>
          <a:xfrm flipV="1">
            <a:off x="3685592" y="3901292"/>
            <a:ext cx="838206" cy="1499387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59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325FC-80EC-014D-2D57-02D4F79F9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78B751-31F2-1E68-8B11-E34446349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389693"/>
              </p:ext>
            </p:extLst>
          </p:nvPr>
        </p:nvGraphicFramePr>
        <p:xfrm>
          <a:off x="3293707" y="330462"/>
          <a:ext cx="6288832" cy="6337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857">
                  <a:extLst>
                    <a:ext uri="{9D8B030D-6E8A-4147-A177-3AD203B41FA5}">
                      <a16:colId xmlns:a16="http://schemas.microsoft.com/office/drawing/2014/main" val="358266889"/>
                    </a:ext>
                  </a:extLst>
                </a:gridCol>
                <a:gridCol w="2091012">
                  <a:extLst>
                    <a:ext uri="{9D8B030D-6E8A-4147-A177-3AD203B41FA5}">
                      <a16:colId xmlns:a16="http://schemas.microsoft.com/office/drawing/2014/main" val="2918861483"/>
                    </a:ext>
                  </a:extLst>
                </a:gridCol>
                <a:gridCol w="1455575">
                  <a:extLst>
                    <a:ext uri="{9D8B030D-6E8A-4147-A177-3AD203B41FA5}">
                      <a16:colId xmlns:a16="http://schemas.microsoft.com/office/drawing/2014/main" val="1025640648"/>
                    </a:ext>
                  </a:extLst>
                </a:gridCol>
                <a:gridCol w="2099388">
                  <a:extLst>
                    <a:ext uri="{9D8B030D-6E8A-4147-A177-3AD203B41FA5}">
                      <a16:colId xmlns:a16="http://schemas.microsoft.com/office/drawing/2014/main" val="3343854038"/>
                    </a:ext>
                  </a:extLst>
                </a:gridCol>
              </a:tblGrid>
              <a:tr h="366299">
                <a:tc>
                  <a:txBody>
                    <a:bodyPr/>
                    <a:lstStyle/>
                    <a:p>
                      <a:r>
                        <a:rPr lang="de-DE" sz="1000" dirty="0"/>
                        <a:t>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WBZ451H -  XPRO 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PL460-EK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592581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Not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786773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899297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PB7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Supply 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Not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99953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PB0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Not 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737275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PB12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/>
                        <a:t>Not 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23613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PB13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Not 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964615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PA4 – NRST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NRST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PL460 Reset Pin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86261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PA1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ENABLE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PL460 fixed PULL-UP</a:t>
                      </a:r>
                      <a:br>
                        <a:rPr lang="de-DE" sz="1000" dirty="0">
                          <a:solidFill>
                            <a:srgbClr val="00B050"/>
                          </a:solidFill>
                        </a:rPr>
                      </a:br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Trace is cutted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497863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PA3 - EXT_INT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EXT_INT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External Interrupt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180267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PA0 - TX_EN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NTHW0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Shortcut with TXEN Pin12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672173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PA7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STBY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PL460 fixed PULL-DOWN</a:t>
                      </a:r>
                      <a:br>
                        <a:rPr lang="de-DE" sz="1000" dirty="0">
                          <a:solidFill>
                            <a:srgbClr val="00B050"/>
                          </a:solidFill>
                        </a:rPr>
                      </a:br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Trace is cutted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337623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PA8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TXEN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Shortcut with NTHWo Pin10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714256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PA13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not 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05463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FF0000"/>
                          </a:solidFill>
                        </a:rPr>
                        <a:t>PA14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not 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468325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PB6 – 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solidFill>
                            <a:srgbClr val="00B050"/>
                          </a:solidFill>
                        </a:rPr>
                        <a:t>SPI CS</a:t>
                      </a:r>
                      <a:endParaRPr lang="de-DE" sz="10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57943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PB4 – MOSI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MOSI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SPI MOSI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564126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PB5 - MISO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MISO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SPI MISO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388746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PB3 – SCK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SCK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SPI SCK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321615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960415"/>
                  </a:ext>
                </a:extLst>
              </a:tr>
              <a:tr h="282345"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3,3V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3,3V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solidFill>
                            <a:srgbClr val="00B050"/>
                          </a:solidFill>
                        </a:rPr>
                        <a:t>Power Supply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135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120377-E8F9-9C23-DBBD-E5A771F4B548}"/>
              </a:ext>
            </a:extLst>
          </p:cNvPr>
          <p:cNvSpPr txBox="1"/>
          <p:nvPr/>
        </p:nvSpPr>
        <p:spPr>
          <a:xfrm>
            <a:off x="989045" y="489083"/>
            <a:ext cx="1534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XPRO 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399C7E-E2E3-01EF-4AE6-FAA9626B4A9A}"/>
              </a:ext>
            </a:extLst>
          </p:cNvPr>
          <p:cNvSpPr txBox="1"/>
          <p:nvPr/>
        </p:nvSpPr>
        <p:spPr>
          <a:xfrm>
            <a:off x="1033159" y="117332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B050"/>
                </a:solidFill>
              </a:rPr>
              <a:t>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A4BDF-EBBC-8E9D-A846-0CD66FF012CB}"/>
              </a:ext>
            </a:extLst>
          </p:cNvPr>
          <p:cNvSpPr txBox="1"/>
          <p:nvPr/>
        </p:nvSpPr>
        <p:spPr>
          <a:xfrm>
            <a:off x="1033159" y="1542660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Unused</a:t>
            </a:r>
          </a:p>
        </p:txBody>
      </p:sp>
    </p:spTree>
    <p:extLst>
      <p:ext uri="{BB962C8B-B14F-4D97-AF65-F5344CB8AC3E}">
        <p14:creationId xmlns:p14="http://schemas.microsoft.com/office/powerpoint/2010/main" val="70437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Widescreen</PresentationFormat>
  <Paragraphs>101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Bosler - M43561</dc:creator>
  <cp:lastModifiedBy>Markus Bosler - M43561</cp:lastModifiedBy>
  <cp:revision>1</cp:revision>
  <dcterms:created xsi:type="dcterms:W3CDTF">2025-08-01T08:14:25Z</dcterms:created>
  <dcterms:modified xsi:type="dcterms:W3CDTF">2025-08-04T13:45:37Z</dcterms:modified>
</cp:coreProperties>
</file>